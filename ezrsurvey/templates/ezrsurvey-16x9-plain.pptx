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4660"/>
  </p:normalViewPr>
  <p:slideViewPr>
    <p:cSldViewPr snapToGrid="0" showGuides="1">
      <p:cViewPr varScale="1">
        <p:scale>
          <a:sx n="91" d="100"/>
          <a:sy n="91" d="100"/>
        </p:scale>
        <p:origin x="7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
  <Relationship Id="rId3" Type="http://schemas.openxmlformats.org/officeDocument/2006/relationships/presProps" Target="presProps.xml"/>
  <Relationship Id="rId1" Type="http://schemas.openxmlformats.org/officeDocument/2006/relationships/slideMaster" Target="slideMasters/slideMaster1.xml"/>
  <Relationship Id="rId6" Type="http://schemas.openxmlformats.org/officeDocument/2006/relationships/tableStyles" Target="tableStyles.xml"/>
  <Relationship Id="rId5" Type="http://schemas.openxmlformats.org/officeDocument/2006/relationships/theme" Target="theme/theme1.xml"/>
  <Relationship Id="rId4" Type="http://schemas.openxmlformats.org/officeDocument/2006/relationships/viewProps" Target="viewProps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906BE-1878-492D-BF60-5BA94754C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 xmlns:a="http://schemas.openxmlformats.org/drawingml/2006/main"/>
          </a:bodyPr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505D6C-47D0-4ABB-BD96-BDE16BC1B8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 xmlns:a="http://schemas.openxmlformats.org/drawingml/2006/main"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7FED-AE91-409E-B47D-0E184EBEC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A9C4514-AD86-4E80-B6BC-BD70E0C475B2}" type="datetimeFigureOut">
              <a:rPr lang="en-GB" smtClean="0"/>
              <a:t>29/09/2026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BE8F0-0D01-4F17-915B-D30087E4D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68C4D-5DAB-42EC-80EA-4A12E9B58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3906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B8EA5-5314-4917-99D1-D3A664D4B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xmlns:a="http://schemas.openxmlformats.org/drawingml/2006/main"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03A6A-436B-436B-A0F3-43C40B392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xmlns:a="http://schemas.openxmlformats.org/drawingml/2006/main"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311B2-222B-4E2C-8BB1-F87D3AA0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DBC8A-2AF3-4593-92BD-A3969AD6F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6C4D7-76D3-4915-86F1-956CE3986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692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37A4D-98DE-4AB7-984C-934E77963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 xmlns:a="http://schemas.openxmlformats.org/drawingml/2006/main"/>
          </a:bodyPr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F286A-5644-4B30-BFCD-794332D4C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 xmlns:a="http://schemas.openxmlformats.org/drawingml/2006/main"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4AF22-6B61-459E-B093-45B94EDD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7645-0ABF-4688-92D5-B757D5458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4284C-8955-4EDB-9398-C8E3F602F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1461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43D6A-53E8-411F-B4F7-AA044B26D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xmlns:a="http://schemas.openxmlformats.org/drawingml/2006/main"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DA655-1E66-4219-93BF-031E10A68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 xmlns:a="http://schemas.openxmlformats.org/drawingml/2006/main"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0D788-703A-4706-B064-DF7B627D1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xmlns:a="http://schemas.openxmlformats.org/drawingml/2006/main"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63C22F-5E26-4FA0-B7AD-50A9FD88F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CD40B3-F592-4848-9597-C8CC4865F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1661A-5DAF-4BA3-B2C7-8D2C75DF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5277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E96E3-2CDE-49BE-8525-C88C8504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 xmlns:a="http://schemas.openxmlformats.org/drawingml/2006/main"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63AB4-8DC1-4A74-8673-8EEDAFD3C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 xmlns:a="http://schemas.openxmlformats.org/drawingml/2006/main"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4682D-2DFE-4F81-9546-5DED133F7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 xmlns:a="http://schemas.openxmlformats.org/drawingml/2006/main"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914F1B-1B6B-4956-831C-130E338690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 xmlns:a="http://schemas.openxmlformats.org/drawingml/2006/main"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0F3CF6-7945-4381-997A-560E9EE9BF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 xmlns:a="http://schemas.openxmlformats.org/drawingml/2006/main"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B27693-A63F-4624-AAA2-A5D53643A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A48A31-5593-4445-9311-617B929DC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196A62-8DD0-4033-B4E3-8D7FAE8CF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6956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ADA6A-AC9F-4D78-9128-E94328F21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xmlns:a="http://schemas.openxmlformats.org/drawingml/2006/main"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A94D76-9B50-400E-923A-2B650C873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27DB90-7ACD-4CD9-A006-67E3CB1F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D58EC-762B-4807-8805-AC5871B7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757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D2482F-678A-4467-8F59-6D1D17B6D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176719-E9B6-42C4-98FA-C00C5D2C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D3B97-834C-4418-858A-BC52283B4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9228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0BC67-8730-4DAD-AAAD-C49F39206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 xmlns:a="http://schemas.openxmlformats.org/drawingml/2006/main"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8DB9A-B8B7-4197-BE77-2873D7CE6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 xmlns:a="http://schemas.openxmlformats.org/drawingml/2006/main"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E6F6BA-7672-45B6-AC5D-957AE2C74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 xmlns:a="http://schemas.openxmlformats.org/drawingml/2006/main"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B164E-EDD2-4F5E-9802-C5F89355B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32695-DC4B-4E95-AB94-91AA1B276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9D565-E266-4EFD-918A-3C68A8152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5958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D85F-0A79-46CA-AFD5-A3E7E94F1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 xmlns:a="http://schemas.openxmlformats.org/drawingml/2006/main"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7B48EC-FEA6-49E7-AB5D-6261FE6425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 xmlns:a="http://schemas.openxmlformats.org/drawingml/2006/main"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A1B63C-A31B-4BBB-87C9-79682F644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 xmlns:a="http://schemas.openxmlformats.org/drawingml/2006/main"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F8CED-32AD-4F32-BAE9-4F522C616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4D75CD-72B4-4271-ABE4-2E87AEBCD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32CB6-AC02-4CAC-9C27-38730747A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2306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A6456-8F2C-4402-948F-809021C7D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xmlns:a="http://schemas.openxmlformats.org/drawingml/2006/main"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132DCE-21D6-4D0F-BAF3-F767FE7F5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 xmlns:a="http://schemas.openxmlformats.org/drawingml/2006/main"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B38AB-C501-49D2-A1C2-2D4892166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42019-C1C8-40ED-BEFB-C373ACD9C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B72E6-92C7-4301-8382-F7FAE8C73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8136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D22F5D-362C-4DA5-A5C1-8201C2766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 xmlns:a="http://schemas.openxmlformats.org/drawingml/2006/main"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9FC995-C26F-4226-BEC3-3D8D3B082B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 xmlns:a="http://schemas.openxmlformats.org/drawingml/2006/main"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7E21A-71CA-4B1C-A0DD-1B825564C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E01DD-D312-42F7-84B2-E24019ED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BFB9F-F4BE-49E9-BA89-9C52CED85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22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904A0-DB6C-4D8A-8930-4D0C33DB7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xmlns:a="http://schemas.openxmlformats.org/drawingml/2006/main"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CC99F1-F115-4770-86C7-589E935A6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xmlns:a="http://schemas.openxmlformats.org/drawingml/2006/main"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000B8-13D9-4C04-A168-8A6B6BF58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xmlns:a="http://schemas.openxmlformats.org/drawingml/2006/main"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EA9C4514-AD86-4E80-B6BC-BD70E0C475B2}" type="datetimeFigureOut">
              <a:rPr lang="en-GB" smtClean="0"/>
              <a:pPr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E90ED-AA7A-416C-9CD7-23B2DC8033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xmlns:a="http://schemas.openxmlformats.org/drawingml/2006/main"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B00F5-91BA-4C61-8ED9-8105C8692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xmlns:a="http://schemas.openxmlformats.org/drawingml/2006/main"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E3EE339C-4041-4A50-8D8F-1CA5E34F9F5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886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 xmlns:a="http://schemas.openxmlformats.org/drawingml/2006/main">
            <a:srgbClr val="12314E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547EBF"/>
          </p15:clr>
        </p15:guide>
        <p15:guide id="2" orient="horz" pos="2160" userDrawn="1">
          <p15:clr>
            <a:srgbClr val="547EBF"/>
          </p15:clr>
        </p15:guide>
        <p15:guide id="3" pos="7469" userDrawn="1">
          <p15:clr>
            <a:srgbClr val="547EBF"/>
          </p15:clr>
        </p15:guide>
        <p15:guide id="4" pos="211" userDrawn="1">
          <p15:clr>
            <a:srgbClr val="547EBF"/>
          </p15:clr>
        </p15:guide>
        <p15:guide id="5" orient="horz" pos="232" userDrawn="1">
          <p15:clr>
            <a:srgbClr val="547EBF"/>
          </p15:clr>
        </p15:guide>
        <p15:guide id="6" orient="horz" pos="4088" userDrawn="1">
          <p15:clr>
            <a:srgbClr val="547EBF"/>
          </p15:clr>
        </p15:guide>
        <p15:guide id="7" pos="2026" userDrawn="1">
          <p15:clr>
            <a:srgbClr val="547EBF"/>
          </p15:clr>
        </p15:guide>
        <p15:guide id="8" pos="5654" userDrawn="1">
          <p15:clr>
            <a:srgbClr val="547EBF"/>
          </p15:clr>
        </p15:guide>
      </p15:sldGuideLst>
    </p:ext>
  </p:extLst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2314E"/>
      </a:dk2>
      <a:lt2>
        <a:srgbClr val="EEF1F5"/>
      </a:lt2>
      <a:accent1>
        <a:srgbClr val="12314E"/>
      </a:accent1>
      <a:accent2>
        <a:srgbClr val="C9A227"/>
      </a:accent2>
      <a:accent3>
        <a:srgbClr val="3E6E8E"/>
      </a:accent3>
      <a:accent4>
        <a:srgbClr val="6E7C8C"/>
      </a:accent4>
      <a:accent5>
        <a:srgbClr val="A9B4C0"/>
      </a:accent5>
      <a:accent6>
        <a:srgbClr val="D8B04A"/>
      </a:accent6>
      <a:hlink>
        <a:srgbClr val="0563C1"/>
      </a:hlink>
      <a:folHlink>
        <a:srgbClr val="954F72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32E3885-27C7-437A-AD98-DBAA83906A3B}" vid="{03C5CB92-4D50-43E4-82CF-5FD8DE4F2C5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2026-09-29T17:58:55Z</dcterms:created>
  <dcterms:modified xsi:type="dcterms:W3CDTF">2026-09-29T17:59:23Z</dcterms:modified>
</cp:coreProperties>
</file>